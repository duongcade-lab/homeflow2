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5C86"/>
          </a:solidFill>
          <a:ln w="12700">
            <a:solidFill>
              <a:srgbClr val="7A5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81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HOMEFLOW  •  BEAUTY CAN CODE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1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the load. Enjoy the moments.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5566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81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5566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81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the load.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Enjoy the moments.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60604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Trợ lý gia đình thông minh giúp những “việc không tên” được nhìn thấy, chia sẻ và cùng hoàn thành.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525780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4050792"/>
            <a:ext cx="438912" cy="438912"/>
          </a:xfrm>
          <a:prstGeom prst="ellipse">
            <a:avLst/>
          </a:prstGeom>
          <a:solidFill>
            <a:srgbClr val="EDE5F0"/>
          </a:solidFill>
          <a:ln w="12700">
            <a:solidFill>
              <a:srgbClr val="EDE5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059936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💜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867912"/>
            <a:ext cx="4069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gia đình hạnh phúc hơn bắt đầu từ việc cùng nhau chia sẻ trách nhiệm.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52360" y="685800"/>
            <a:ext cx="3337560" cy="5257800"/>
          </a:xfrm>
          <a:prstGeom prst="roundRect">
            <a:avLst>
              <a:gd name="adj" fmla="val 4932"/>
            </a:avLst>
          </a:prstGeom>
          <a:solidFill>
            <a:srgbClr val="25212A"/>
          </a:solidFill>
          <a:ln w="12700">
            <a:solidFill>
              <a:srgbClr val="25212A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52944" y="795528"/>
            <a:ext cx="3136392" cy="5038344"/>
          </a:xfrm>
          <a:prstGeom prst="roundRect">
            <a:avLst>
              <a:gd name="adj" fmla="val 3499"/>
            </a:avLst>
          </a:prstGeom>
          <a:solidFill>
            <a:srgbClr val="FBF9F6"/>
          </a:solidFill>
          <a:ln w="12700">
            <a:solidFill>
              <a:srgbClr val="FBF9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53882" y="731520"/>
            <a:ext cx="934517" cy="54864"/>
          </a:xfrm>
          <a:prstGeom prst="roundRect">
            <a:avLst>
              <a:gd name="adj" fmla="val 50000"/>
            </a:avLst>
          </a:prstGeom>
          <a:solidFill>
            <a:srgbClr val="6B6670"/>
          </a:solidFill>
          <a:ln w="12700">
            <a:solidFill>
              <a:srgbClr val="6B66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90688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HomeFlow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90688" y="1481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Hôm nay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26680" y="1810512"/>
            <a:ext cx="2788920" cy="566928"/>
          </a:xfrm>
          <a:prstGeom prst="roundRect">
            <a:avLst>
              <a:gd name="adj" fmla="val 25806"/>
            </a:avLst>
          </a:prstGeom>
          <a:solidFill>
            <a:srgbClr val="E4ECE8"/>
          </a:solidFill>
          <a:ln w="12700">
            <a:solidFill>
              <a:srgbClr val="E4EC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863840" y="19110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🏫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11312" y="1847088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Đưa con đi học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11312" y="21031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26680" y="2523744"/>
            <a:ext cx="2788920" cy="566928"/>
          </a:xfrm>
          <a:prstGeom prst="roundRect">
            <a:avLst>
              <a:gd name="adj" fmla="val 25806"/>
            </a:avLst>
          </a:prstGeom>
          <a:solidFill>
            <a:srgbClr val="FAF0CE"/>
          </a:solidFill>
          <a:ln w="12700">
            <a:solidFill>
              <a:srgbClr val="FAF0CE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863840" y="26243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💡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11312" y="2560320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Đóng tiền điện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11312" y="28163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26680" y="3236976"/>
            <a:ext cx="2788920" cy="566928"/>
          </a:xfrm>
          <a:prstGeom prst="roundRect">
            <a:avLst>
              <a:gd name="adj" fmla="val 25806"/>
            </a:avLst>
          </a:prstGeom>
          <a:solidFill>
            <a:srgbClr val="F6E5E3"/>
          </a:solidFill>
          <a:ln w="12700">
            <a:solidFill>
              <a:srgbClr val="F6E5E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863840" y="3337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🎂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11312" y="327355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Chuẩn bị sinh nhật bà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11312" y="35295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Cả nhà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790688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Load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90688" y="4407408"/>
            <a:ext cx="411480" cy="411480"/>
          </a:xfrm>
          <a:prstGeom prst="ellipse">
            <a:avLst/>
          </a:prstGeom>
          <a:solidFill>
            <a:srgbClr val="D99A9A"/>
          </a:solidFill>
          <a:ln w="12700">
            <a:solidFill>
              <a:srgbClr val="D99A9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0" y="43982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4654296"/>
            <a:ext cx="1417320" cy="109728"/>
          </a:xfrm>
          <a:prstGeom prst="roundRect">
            <a:avLst>
              <a:gd name="adj" fmla="val 50000"/>
            </a:avLst>
          </a:prstGeom>
          <a:solidFill>
            <a:srgbClr val="E9E5EA"/>
          </a:solidFill>
          <a:ln w="12700">
            <a:solidFill>
              <a:srgbClr val="E9E5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4654296"/>
            <a:ext cx="496062" cy="109728"/>
          </a:xfrm>
          <a:prstGeom prst="roundRect">
            <a:avLst>
              <a:gd name="adj" fmla="val 50000"/>
            </a:avLst>
          </a:prstGeom>
          <a:solidFill>
            <a:srgbClr val="D99A9A"/>
          </a:solidFill>
          <a:ln w="12700">
            <a:solidFill>
              <a:srgbClr val="D99A9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02368" y="45811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90688" y="4818888"/>
            <a:ext cx="411480" cy="411480"/>
          </a:xfrm>
          <a:prstGeom prst="ellipse">
            <a:avLst/>
          </a:prstGeom>
          <a:solidFill>
            <a:srgbClr val="8DA399"/>
          </a:solidFill>
          <a:ln w="12700">
            <a:solidFill>
              <a:srgbClr val="8DA3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48097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Bố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21040" y="5065776"/>
            <a:ext cx="1417320" cy="109728"/>
          </a:xfrm>
          <a:prstGeom prst="roundRect">
            <a:avLst>
              <a:gd name="adj" fmla="val 50000"/>
            </a:avLst>
          </a:prstGeom>
          <a:solidFill>
            <a:srgbClr val="E9E5EA"/>
          </a:solidFill>
          <a:ln w="12700">
            <a:solidFill>
              <a:srgbClr val="E9E5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5065776"/>
            <a:ext cx="425196" cy="109728"/>
          </a:xfrm>
          <a:prstGeom prst="roundRect">
            <a:avLst>
              <a:gd name="adj" fmla="val 50000"/>
            </a:avLst>
          </a:prstGeom>
          <a:solidFill>
            <a:srgbClr val="8DA399"/>
          </a:solidFill>
          <a:ln w="12700">
            <a:solidFill>
              <a:srgbClr val="8DA39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802368" y="49926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90688" y="5230368"/>
            <a:ext cx="411480" cy="411480"/>
          </a:xfrm>
          <a:prstGeom prst="ellipse">
            <a:avLst/>
          </a:prstGeom>
          <a:solidFill>
            <a:srgbClr val="E4B95E"/>
          </a:solidFill>
          <a:ln w="12700">
            <a:solidFill>
              <a:srgbClr val="E4B95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21040" y="5221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Bạn lớn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21040" y="5477256"/>
            <a:ext cx="1417320" cy="109728"/>
          </a:xfrm>
          <a:prstGeom prst="roundRect">
            <a:avLst>
              <a:gd name="adj" fmla="val 50000"/>
            </a:avLst>
          </a:prstGeom>
          <a:solidFill>
            <a:srgbClr val="E9E5EA"/>
          </a:solidFill>
          <a:ln w="12700">
            <a:solidFill>
              <a:srgbClr val="E9E5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21040" y="5477256"/>
            <a:ext cx="283464" cy="109728"/>
          </a:xfrm>
          <a:prstGeom prst="roundRect">
            <a:avLst>
              <a:gd name="adj" fmla="val 50000"/>
            </a:avLst>
          </a:prstGeom>
          <a:solidFill>
            <a:srgbClr val="E4B95E"/>
          </a:solidFill>
          <a:ln w="12700">
            <a:solidFill>
              <a:srgbClr val="E4B95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802368" y="54041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90688" y="5641848"/>
            <a:ext cx="411480" cy="411480"/>
          </a:xfrm>
          <a:prstGeom prst="ellipse">
            <a:avLst/>
          </a:prstGeom>
          <a:solidFill>
            <a:srgbClr val="AFA1C7"/>
          </a:solidFill>
          <a:ln w="12700">
            <a:solidFill>
              <a:srgbClr val="AFA1C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21040" y="5632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Bạn nhỏ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21040" y="5888736"/>
            <a:ext cx="1417320" cy="109728"/>
          </a:xfrm>
          <a:prstGeom prst="roundRect">
            <a:avLst>
              <a:gd name="adj" fmla="val 50000"/>
            </a:avLst>
          </a:prstGeom>
          <a:solidFill>
            <a:srgbClr val="E9E5EA"/>
          </a:solidFill>
          <a:ln w="12700">
            <a:solidFill>
              <a:srgbClr val="E9E5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21040" y="5888736"/>
            <a:ext cx="212598" cy="109728"/>
          </a:xfrm>
          <a:prstGeom prst="roundRect">
            <a:avLst>
              <a:gd name="adj" fmla="val 50000"/>
            </a:avLst>
          </a:prstGeom>
          <a:solidFill>
            <a:srgbClr val="AFA1C7"/>
          </a:solidFill>
          <a:ln w="12700">
            <a:solidFill>
              <a:srgbClr val="AFA1C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802368" y="58155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0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5566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81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người không nên phải nhớ mọi thứ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161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Công việc gia đình không chỉ là “ai làm?”, mà còn là toàn bộ phần phải nhớ và điều phối.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47088"/>
            <a:ext cx="1572768" cy="1051560"/>
          </a:xfrm>
          <a:prstGeom prst="roundRect">
            <a:avLst>
              <a:gd name="adj" fmla="val 13913"/>
            </a:avLst>
          </a:prstGeom>
          <a:solidFill>
            <a:srgbClr val="EDE5F0"/>
          </a:solidFill>
          <a:ln w="12700">
            <a:solidFill>
              <a:srgbClr val="EDE5F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67512" y="19933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🧠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41401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Nhớ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21992" y="217627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96312" y="1847088"/>
            <a:ext cx="1572768" cy="1051560"/>
          </a:xfrm>
          <a:prstGeom prst="roundRect">
            <a:avLst>
              <a:gd name="adj" fmla="val 13913"/>
            </a:avLst>
          </a:prstGeom>
          <a:solidFill>
            <a:srgbClr val="E4ECE8"/>
          </a:solidFill>
          <a:ln w="12700">
            <a:solidFill>
              <a:srgbClr val="E4EC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569464" y="19933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🗓️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569464" y="241401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Lên kế hoạch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23944" y="217627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98264" y="1847088"/>
            <a:ext cx="1572768" cy="1051560"/>
          </a:xfrm>
          <a:prstGeom prst="roundRect">
            <a:avLst>
              <a:gd name="adj" fmla="val 13913"/>
            </a:avLst>
          </a:prstGeom>
          <a:solidFill>
            <a:srgbClr val="EDE5F0"/>
          </a:solidFill>
          <a:ln w="12700">
            <a:solidFill>
              <a:srgbClr val="EDE5F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471416" y="19933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👜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471416" y="241401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Chuẩn bị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25896" y="217627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00216" y="1847088"/>
            <a:ext cx="1572768" cy="1051560"/>
          </a:xfrm>
          <a:prstGeom prst="roundRect">
            <a:avLst>
              <a:gd name="adj" fmla="val 13913"/>
            </a:avLst>
          </a:prstGeom>
          <a:solidFill>
            <a:srgbClr val="E4ECE8"/>
          </a:solidFill>
          <a:ln w="12700">
            <a:solidFill>
              <a:srgbClr val="E4EC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73368" y="19933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🔔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373368" y="241401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Nhắc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927848" y="217627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02168" y="1847088"/>
            <a:ext cx="1572768" cy="1051560"/>
          </a:xfrm>
          <a:prstGeom prst="roundRect">
            <a:avLst>
              <a:gd name="adj" fmla="val 13913"/>
            </a:avLst>
          </a:prstGeom>
          <a:solidFill>
            <a:srgbClr val="EDE5F0"/>
          </a:solidFill>
          <a:ln w="12700">
            <a:solidFill>
              <a:srgbClr val="EDE5F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75320" y="19933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241401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217627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104120" y="1847088"/>
            <a:ext cx="1572768" cy="1051560"/>
          </a:xfrm>
          <a:prstGeom prst="roundRect">
            <a:avLst>
              <a:gd name="adj" fmla="val 13913"/>
            </a:avLst>
          </a:prstGeom>
          <a:solidFill>
            <a:srgbClr val="E4ECE8"/>
          </a:solidFill>
          <a:ln w="12700">
            <a:solidFill>
              <a:srgbClr val="E4EC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177272" y="19933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241401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3319272"/>
            <a:ext cx="6812280" cy="239572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96112" y="3584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Những “việc không tên”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96112" y="4096512"/>
            <a:ext cx="438912" cy="438912"/>
          </a:xfrm>
          <a:prstGeom prst="ellipse">
            <a:avLst/>
          </a:prstGeom>
          <a:solidFill>
            <a:srgbClr val="EDE5F0"/>
          </a:solidFill>
          <a:ln w="12700">
            <a:solidFill>
              <a:srgbClr val="EDE5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4105656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🎒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1056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Lịch học của con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42232" y="4096512"/>
            <a:ext cx="438912" cy="438912"/>
          </a:xfrm>
          <a:prstGeom prst="ellipse">
            <a:avLst/>
          </a:prstGeom>
          <a:solidFill>
            <a:srgbClr val="FAF0CE"/>
          </a:solidFill>
          <a:ln w="12700">
            <a:solidFill>
              <a:srgbClr val="FAF0C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60520" y="4105656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💳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663440" y="41056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Học phí &amp; hóa đơn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96112" y="4562856"/>
            <a:ext cx="438912" cy="438912"/>
          </a:xfrm>
          <a:prstGeom prst="ellipse">
            <a:avLst/>
          </a:prstGeom>
          <a:solidFill>
            <a:srgbClr val="E4ECE8"/>
          </a:solidFill>
          <a:ln w="12700">
            <a:solidFill>
              <a:srgbClr val="E4EC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4400" y="4572000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🏥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417320" y="45720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Khám bệnh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42232" y="4562856"/>
            <a:ext cx="438912" cy="438912"/>
          </a:xfrm>
          <a:prstGeom prst="ellipse">
            <a:avLst/>
          </a:prstGeom>
          <a:solidFill>
            <a:srgbClr val="F6E5E3"/>
          </a:solidFill>
          <a:ln w="12700">
            <a:solidFill>
              <a:srgbClr val="F6E5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160520" y="4572000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🎂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4663440" y="45720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nhật ông bà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96112" y="5029200"/>
            <a:ext cx="438912" cy="438912"/>
          </a:xfrm>
          <a:prstGeom prst="ellipse">
            <a:avLst/>
          </a:prstGeom>
          <a:solidFill>
            <a:srgbClr val="FAF0CE"/>
          </a:solidFill>
          <a:ln w="12700">
            <a:solidFill>
              <a:srgbClr val="FAF0C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4400" y="5038344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🛒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417320" y="50383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 sắm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42232" y="5029200"/>
            <a:ext cx="438912" cy="438912"/>
          </a:xfrm>
          <a:prstGeom prst="ellipse">
            <a:avLst/>
          </a:prstGeom>
          <a:solidFill>
            <a:srgbClr val="E4ECE8"/>
          </a:solidFill>
          <a:ln w="12700">
            <a:solidFill>
              <a:srgbClr val="E4EC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160520" y="5038344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🏠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4663440" y="50383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Việc nhà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699248" y="3319272"/>
            <a:ext cx="3877056" cy="2395728"/>
          </a:xfrm>
          <a:prstGeom prst="roundRect">
            <a:avLst>
              <a:gd name="adj" fmla="val 6107"/>
            </a:avLst>
          </a:prstGeom>
          <a:solidFill>
            <a:srgbClr val="7A5C86"/>
          </a:solidFill>
          <a:ln w="12700">
            <a:solidFill>
              <a:srgbClr val="7A5C86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8366760" y="370332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Phần việc vô hình thường không được nhìn thấy và khó chia sẻ.</a:t>
            </a:r>
            <a:endParaRPr lang="en-US" sz="2100" dirty="0"/>
          </a:p>
        </p:txBody>
      </p:sp>
      <p:sp>
        <p:nvSpPr>
          <p:cNvPr id="50" name="Text 48"/>
          <p:cNvSpPr txBox="1"/>
          <p:nvPr/>
        </p:nvSpPr>
        <p:spPr>
          <a:xfrm>
            <a:off x="8366760" y="495604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EE6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HomeFlow makes invisible family work visible.</a:t>
            </a:r>
            <a:endParaRPr lang="en-US" sz="12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5566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81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place to run your family together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161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hệ điều hành gia đình, không chỉ là một danh sách việc cần làm.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965960" cy="1444752"/>
          </a:xfrm>
          <a:prstGeom prst="roundRect">
            <a:avLst>
              <a:gd name="adj" fmla="val 10127"/>
            </a:avLst>
          </a:prstGeom>
          <a:solidFill>
            <a:srgbClr val="EDE5F0"/>
          </a:solidFill>
          <a:ln w="12700">
            <a:solidFill>
              <a:srgbClr val="EDE5F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04088" y="1892808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🗓️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33172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Planner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651760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lịch chung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1755648"/>
            <a:ext cx="1965960" cy="1444752"/>
          </a:xfrm>
          <a:prstGeom prst="roundRect">
            <a:avLst>
              <a:gd name="adj" fmla="val 10127"/>
            </a:avLst>
          </a:prstGeom>
          <a:solidFill>
            <a:srgbClr val="E4ECE8"/>
          </a:solidFill>
          <a:ln w="12700">
            <a:solidFill>
              <a:srgbClr val="E4EC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90088" y="1892808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3008376" y="233172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Tasks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08376" y="2651760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Cùng phân công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66360" y="1755648"/>
            <a:ext cx="1965960" cy="1444752"/>
          </a:xfrm>
          <a:prstGeom prst="roundRect">
            <a:avLst>
              <a:gd name="adj" fmla="val 10127"/>
            </a:avLst>
          </a:prstGeom>
          <a:solidFill>
            <a:srgbClr val="F6E5E3"/>
          </a:solidFill>
          <a:ln w="12700">
            <a:solidFill>
              <a:srgbClr val="F6E5E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76088" y="1892808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🧠</a:t>
            </a:r>
            <a:endParaRPr lang="en-US" sz="2300" dirty="0"/>
          </a:p>
        </p:txBody>
      </p:sp>
      <p:sp>
        <p:nvSpPr>
          <p:cNvPr id="15" name="Text 13"/>
          <p:cNvSpPr txBox="1"/>
          <p:nvPr/>
        </p:nvSpPr>
        <p:spPr>
          <a:xfrm>
            <a:off x="5294376" y="233172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Load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94376" y="2651760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Ghi nhận việc lập kế hoạch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52360" y="1755648"/>
            <a:ext cx="1965960" cy="1444752"/>
          </a:xfrm>
          <a:prstGeom prst="roundRect">
            <a:avLst>
              <a:gd name="adj" fmla="val 10127"/>
            </a:avLst>
          </a:prstGeom>
          <a:solidFill>
            <a:srgbClr val="FAF0CE"/>
          </a:solidFill>
          <a:ln w="12700">
            <a:solidFill>
              <a:srgbClr val="FAF0CE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62088" y="1892808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⚖️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7580376" y="233172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Balance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580376" y="2651760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Nhìn workload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738360" y="1755648"/>
            <a:ext cx="1965960" cy="1444752"/>
          </a:xfrm>
          <a:prstGeom prst="roundRect">
            <a:avLst>
              <a:gd name="adj" fmla="val 10127"/>
            </a:avLst>
          </a:prstGeom>
          <a:solidFill>
            <a:srgbClr val="E4ECE8"/>
          </a:solidFill>
          <a:ln w="12700">
            <a:solidFill>
              <a:srgbClr val="E4EC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48088" y="1892808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⭐</a:t>
            </a:r>
            <a:endParaRPr lang="en-US" sz="2300" dirty="0"/>
          </a:p>
        </p:txBody>
      </p:sp>
      <p:sp>
        <p:nvSpPr>
          <p:cNvPr id="23" name="Text 21"/>
          <p:cNvSpPr txBox="1"/>
          <p:nvPr/>
        </p:nvSpPr>
        <p:spPr>
          <a:xfrm>
            <a:off x="9866376" y="233172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Kids’ Missions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866376" y="2651760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Trẻ cùng tham gia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3611880"/>
            <a:ext cx="1099108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96112" y="3886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KHÁC BIỆT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3708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8DA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Owner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Bố đưa con đi khám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246120" y="43708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3977640" y="43708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99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Owner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3977640" y="48006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Mẹ nhớ, tìm nơi khám, đặt lịch và chuẩn bị giấy tờ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46720" y="4069080"/>
            <a:ext cx="1" cy="1143000"/>
          </a:xfrm>
          <a:prstGeom prst="line">
            <a:avLst/>
          </a:prstGeom>
          <a:noFill/>
          <a:ln w="17780">
            <a:solidFill>
              <a:srgbClr val="DED8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12480" y="416052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HomeFlow ghi nhận cả phần thực hiện và phần việc điều phối phía sau.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5566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81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MAKES IT EFFORTLESS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Chỉ cần nói cho HomeFlow điều bạn đang nghĩ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161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biến một đoạn “brain dump” thành kế hoạch gia đình có owner và deadline rõ ràng.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4800600" cy="1389888"/>
          </a:xfrm>
          <a:prstGeom prst="roundRect">
            <a:avLst>
              <a:gd name="adj" fmla="val 10526"/>
            </a:avLst>
          </a:prstGeom>
          <a:solidFill>
            <a:srgbClr val="EDE5F0"/>
          </a:solidFill>
          <a:ln w="12700">
            <a:solidFill>
              <a:srgbClr val="EDE5F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84248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“Thứ 7 Bin học tiếng Anh lúc 9h, bố đưa con đi. Chủ nhật sinh nhật bà nên thứ 6 nhớ mua quà.”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2176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6263640" y="1755648"/>
            <a:ext cx="14173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18504" y="18653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🧠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8562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Hiểu việc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27848" y="1755648"/>
            <a:ext cx="1417320" cy="731520"/>
          </a:xfrm>
          <a:prstGeom prst="roundRect">
            <a:avLst>
              <a:gd name="adj" fmla="val 20000"/>
            </a:avLst>
          </a:prstGeom>
          <a:solidFill>
            <a:srgbClr val="E4ECE8"/>
          </a:solidFill>
          <a:ln w="12700">
            <a:solidFill>
              <a:srgbClr val="E4EC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982712" y="18653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39328" y="18562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task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592056" y="1755648"/>
            <a:ext cx="14173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46920" y="18653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🗓️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03536" y="18562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Đặt deadline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688336"/>
            <a:ext cx="1417320" cy="731520"/>
          </a:xfrm>
          <a:prstGeom prst="roundRect">
            <a:avLst>
              <a:gd name="adj" fmla="val 20000"/>
            </a:avLst>
          </a:prstGeom>
          <a:solidFill>
            <a:srgbClr val="E4ECE8"/>
          </a:solidFill>
          <a:ln w="12700">
            <a:solidFill>
              <a:srgbClr val="E4EC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18504" y="279806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👨‍👩‍👧‍👦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2788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Gợi ý owner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27848" y="2688336"/>
            <a:ext cx="14173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982712" y="279806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🔔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39328" y="2788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Nhắc việc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675888"/>
            <a:ext cx="5230368" cy="1490472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3977640"/>
            <a:ext cx="438912" cy="438912"/>
          </a:xfrm>
          <a:prstGeom prst="ellipse">
            <a:avLst/>
          </a:prstGeom>
          <a:solidFill>
            <a:srgbClr val="FAF0CE"/>
          </a:solidFill>
          <a:ln w="12700">
            <a:solidFill>
              <a:srgbClr val="FAF0C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" y="3986784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⚖️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1444752" y="3867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Rebalance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444752" y="42519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Phát hiện workload mất cân bằng và gợi ý chia sẻ task.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3675888"/>
            <a:ext cx="5458968" cy="1490472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3977640"/>
            <a:ext cx="438912" cy="438912"/>
          </a:xfrm>
          <a:prstGeom prst="ellipse">
            <a:avLst/>
          </a:prstGeom>
          <a:solidFill>
            <a:srgbClr val="EDE5F0"/>
          </a:solidFill>
          <a:ln w="12700">
            <a:solidFill>
              <a:srgbClr val="EDE5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19088" y="3986784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💜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6976872" y="38679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Family Brief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976872" y="4251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Tóm tắt việc đã xong, việc còn lại và điều cần nhớ tuần tới.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73552" y="5440680"/>
            <a:ext cx="5669280" cy="493776"/>
          </a:xfrm>
          <a:prstGeom prst="roundRect">
            <a:avLst>
              <a:gd name="adj" fmla="val 29630"/>
            </a:avLst>
          </a:prstGeom>
          <a:solidFill>
            <a:srgbClr val="7A5C86"/>
          </a:solidFill>
          <a:ln w="12700">
            <a:solidFill>
              <a:srgbClr val="7A5C86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3456432" y="55595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to remember. More time to live.</a:t>
            </a:r>
            <a:endParaRPr lang="en-US" sz="17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5566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81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IMPACT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“Mẹ nhớ mọi thứ” đến “Cả nhà cùng chia sẻ”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161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HomeFlow không giúp phụ nữ làm nhiều hơn. HomeFlow giúp họ không phải một mình gánh mọi việc.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00784"/>
            <a:ext cx="4526280" cy="3456432"/>
          </a:xfrm>
          <a:prstGeom prst="roundRect">
            <a:avLst>
              <a:gd name="adj" fmla="val 4233"/>
            </a:avLst>
          </a:prstGeom>
          <a:solidFill>
            <a:srgbClr val="F6E5E3"/>
          </a:solidFill>
          <a:ln w="12700">
            <a:solidFill>
              <a:srgbClr val="F6E5E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1975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6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248716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496312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🧠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44752" y="2523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người nhớ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6112" y="304495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054096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🗓️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44752" y="3081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người điều phối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6112" y="3602736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611880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🔔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44752" y="3639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người nhắc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" y="416052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169664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⏳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41970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Cả nhà chờ được nhắc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21808" y="3154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A5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6263640" y="1700784"/>
            <a:ext cx="5321808" cy="3456432"/>
          </a:xfrm>
          <a:prstGeom prst="roundRect">
            <a:avLst>
              <a:gd name="adj" fmla="val 4233"/>
            </a:avLst>
          </a:prstGeom>
          <a:solidFill>
            <a:srgbClr val="E4ECE8"/>
          </a:solidFill>
          <a:ln w="12700">
            <a:solidFill>
              <a:srgbClr val="E4EC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65392" y="1975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DA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HOMEFLOW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65392" y="242316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2432304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👀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241401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19872" y="241401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Việc không tên được nhìn thấy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65392" y="299008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2999232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🤝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114032" y="29809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119872" y="29809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Trách nhiệm được chia sẻ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65392" y="3557016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0" y="3566160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⚖️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114032" y="3547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119872" y="35478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 minh bạch hơn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65392" y="4123944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0" y="4133088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❤️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7114032" y="41148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119872" y="4114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46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Nhiều thời gian cho gia đình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" y="5413248"/>
            <a:ext cx="10991088" cy="640080"/>
          </a:xfrm>
          <a:prstGeom prst="roundRect">
            <a:avLst>
              <a:gd name="adj" fmla="val 22857"/>
            </a:avLst>
          </a:prstGeom>
          <a:solidFill>
            <a:srgbClr val="7A5C86"/>
          </a:solidFill>
          <a:ln w="12700">
            <a:solidFill>
              <a:srgbClr val="7A5C86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96112" y="55412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HOMEFLOW  💜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55504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the load. Enjoy the moments.</a:t>
            </a:r>
            <a:endParaRPr lang="en-US" sz="18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55664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81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a8cfec3-1ea8-4238-8021-55345e2399bd}" enabled="1" method="Privileged" siteId="{f01e930a-b52e-42b1-b70f-a8882b5d04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FPT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HomeFlow</dc:title>
  <dc:subject>HomeFlow Beauty Can Code Pitch Deck</dc:subject>
  <dc:creator>Dao Do Thi Anh</dc:creator>
  <cp:lastModifiedBy>Dao Do Thi Anh</cp:lastModifiedBy>
  <cp:revision>2</cp:revision>
  <dcterms:created xsi:type="dcterms:W3CDTF">2026-10-16T02:11:54Z</dcterms:created>
  <dcterms:modified xsi:type="dcterms:W3CDTF">2026-10-16T02:12:47Z</dcterms:modified>
</cp:coreProperties>
</file>